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広告費内訳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4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4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B14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PLG $3,446</c:v>
                </c:pt>
                <c:pt idx="1">
                  <c:v>PLP $491</c:v>
                </c:pt>
                <c:pt idx="2">
                  <c:v>Offsite $1,928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3446</c:v>
                </c:pt>
                <c:pt idx="1">
                  <c:v>491</c:v>
                </c:pt>
                <c:pt idx="2">
                  <c:v>1928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25338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eBay × AI運営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Codeで変わった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eBayビジネスのすべて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2026年4月26日（土）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下元 敬介 ─ 株式会社Reffort 代表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Campersメンバー限定ウェビナー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今日お話しすること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なぜ今この話をするのか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0" y="1463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901952"/>
            <a:ext cx="7498080" cy="0"/>
          </a:xfrm>
          <a:prstGeom prst="line">
            <a:avLst/>
          </a:prstGeom>
          <a:noFill/>
          <a:ln w="6350">
            <a:solidFill>
              <a:srgbClr val="2D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3852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Codeとは？ChatGPTと何が違うのか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0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377440"/>
            <a:ext cx="7498080" cy="0"/>
          </a:xfrm>
          <a:prstGeom prst="line">
            <a:avLst/>
          </a:prstGeom>
          <a:noFill/>
          <a:ln w="6350">
            <a:solidFill>
              <a:srgbClr val="2D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140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4140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自分がeBay運営で実際にAI化したこと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24140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2852928"/>
            <a:ext cx="7498080" cy="0"/>
          </a:xfrm>
          <a:prstGeom prst="line">
            <a:avLst/>
          </a:prstGeom>
          <a:noFill/>
          <a:ln w="6350">
            <a:solidFill>
              <a:srgbClr val="2D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88950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eBay以外にClaude Codeでやったこと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0" y="28895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3328416"/>
            <a:ext cx="7498080" cy="0"/>
          </a:xfrm>
          <a:prstGeom prst="line">
            <a:avLst/>
          </a:prstGeom>
          <a:noFill/>
          <a:ln w="6350">
            <a:solidFill>
              <a:srgbClr val="2D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649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3649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使う人と使わない人でどれだけ差がつくか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3364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3803904"/>
            <a:ext cx="7498080" cy="0"/>
          </a:xfrm>
          <a:prstGeom prst="line">
            <a:avLst/>
          </a:prstGeom>
          <a:noFill/>
          <a:ln w="6350">
            <a:solidFill>
              <a:srgbClr val="2D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8404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Campers AIコースのご案内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4279392"/>
            <a:ext cx="7498080" cy="0"/>
          </a:xfrm>
          <a:prstGeom prst="line">
            <a:avLst/>
          </a:prstGeom>
          <a:noFill/>
          <a:ln w="6350">
            <a:solidFill>
              <a:srgbClr val="2D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3159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43159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98080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約90分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なぜ今この話をするのか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Campers現在のメンバー数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（70名→40名に減少）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$60K/月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eBay売上【要確認】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（関税影響で下落）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1.5ヶ月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6364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AI導入からの期間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（2026年3月11日〜）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「同じやり方を続けているだけでは、生き残れない」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Codeとは？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ChatGPTと何が違うのか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vs Claude Code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物知りな相談相手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質問すれば答えてくれる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でも実行は全部自分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38404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自分の会社専属の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秘書＋エンジニア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指示すれば全部やってくれる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ファイル操作・ツール連携・定期実行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3774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4つの決定的な違い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記憶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毎回リセット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事業を完全に記憶（CLAUDE.md）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ファイル操作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できない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PCのファイルを直接読み書き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ツール連携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Chatwork・eBay API・スプレッドシート等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定期実行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毎週・毎日の自動タスク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一言でいうと：「答えをもらう」 → 「全部やってもらう」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自分がeBay運営で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実際にAI化したこと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数字・失敗談も含めて全部お話しします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最初の3日間 ― 土台を作る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3月11日〜13日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AIに自分の会社を教えた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会社の事業内容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各事業の現状と課題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スタッフの役割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使っているツール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目指している方向性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73152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学び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240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AIは使い始めが一番大事。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最初に正しい土台を作れるかどうかで、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その後の1ヶ月が全て変わる。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これが「CLAUDE.md」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自分の会社専用の指示書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eBay週次レポートの完全自動化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毎週月曜 朝10時に、12シートのレポートが自動で届く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AI総評（今週やるべきこと）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サマリー（売上・CVR・Impressions推移）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5054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コア売れ筋TOP15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895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コア落ち（急落した商品）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73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準売れ筋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育成候補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要調査（異常データ商品）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121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削除候補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054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改善追跡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895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コア月間・削除月間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週次履歴（過去12週分）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Googleスプレッドシート同時書込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CSVダウンロード不要 → eBay APIから直接データ取得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レポートで判明した衝撃の数字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256032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92.7%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47802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出品の9割以上が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売上ゼロ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508760"/>
            <a:ext cx="256032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0.221%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47802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全体CVR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（業界平均2〜3%の1/10）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508760"/>
            <a:ext cx="256032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2,647件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47802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売上ゼロの出品数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（総出品2,856件中）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「なんとなく」で運営していたものが、AIで数字になった。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数字が見えれば、打ち手が見える。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広告費の実態が初めて見えた話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274320" y="11887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188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1234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$5,865/月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75488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年間約$70,000 ─ 売上の8.8%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4688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発見① 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PLGキャンペーンが10個重複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発見② 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PLG帰属率103%（税金状態）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発見③ 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 2,878商品中売れたの58件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発見④ 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$200超の商品は販売率27%に急落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仕入管理ツールの自動化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eBay管理画面を手動で確認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スプレッドシートに手動転記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型番・仕入先を毎回手入力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キャンセル検出は目視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ミスが頻発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API → スプレッドシート自動反映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型番・仕入先・仕入価格を自動入力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キャンセルリクエスト自動検出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発送期限を自動計算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商品ページへのリンク自動付与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スタッフの毎日の転記作業がゼロに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在庫チェック改修 ＆ CS返信AI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在庫チェックツール改修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3日間壊れていたのに誰も気づかなかった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異常時Chatwork自動通知を追加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自動化は「作って終わり」じゃない。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壊れた時に気づく仕組みとセットで完成する。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CS返信のAI自動生成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プロンプトをv1.0→v2.3まで5回改善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テスト12回以上 / 6モデル比較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AIへの「指示の出し方」を磨くこと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AIを使いこなすということ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パート3 まとめ：1ヶ月半で変わったこと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売上データ：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目視 → 12シート自動レポート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広告費：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不明 → $5,865/月と正確に把握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仕入管理：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手動転記 → 完全自動化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297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在庫チェック：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壊れても気づかない → 異常通知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eBay以外に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Codeでやったこと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Webアプリ開発 ＆ 情報収集自動化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注文管理Webアプリ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バイヤーがスマホから商品を選んで注文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注文→管理画面に自動反映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仕入指示→仕入完了→発送管理まで一気通貫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拠点ごとの在庫管理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クーポン管理機能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プログラミング経験ゼロで作った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X情報ダイジェスト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毎朝9:40にChatworkの自分のDMに届く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SNSを開く時間ゼロで重要情報だけ受取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コスト：月150〜300円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その他の活用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会社HPの管理を自分で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スタッフへのClaude Code展開準備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Campersメンバー管理の自動化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セキュリティ対策（避けて通れない話）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APIトークンの安全管理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最初はコードに直書き→GitHubに上げてしまった → .envファイルに移行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機密情報漏洩防止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.gitignoreで.envファイルをブロック。コードに秘密情報を書かない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プロンプトインジェクション対策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悪意あるWebページがAIを騙して情報送信させるリスクへの対策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対策は簡単。知っているかどうかの問題。AIコースではここもしっかり教えます。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使う人と使わない人で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どれだけ差がつくか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eBay運営で具体的にどう差がつくか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AI未使用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AI活用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売上分析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Hub目視（週1時間+）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自動レポートが届く（0分）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商品改善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感覚で判断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データで4分類→アクション明確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広告最適化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一律5%で放置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商品ごとに最適レートをAI提案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CS対応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1件10〜15分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AI下書き→確認→送信（2〜3分）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仕入管理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手動転記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注文→スプレッドシート自動反映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情報収集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SNS手動巡回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AIが毎朝まとめて配信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週あたりの運営時間：10〜15時間  →  3〜5時間に圧縮できる可能性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eBay以外でも使えるスキル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731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物販全般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188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Amazon・メルカリ・ヤフオクでも同じデータ分析が可能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74520"/>
            <a:ext cx="731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どんなビジネスでも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8745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レポート作成・CS対応・データ管理はどの事業にもある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0320"/>
            <a:ext cx="731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60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Webアプリ開発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5603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プログラミング未経験でもツールが作れる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46120"/>
            <a:ext cx="731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46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副業・独立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32461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AIを使ったサービス提供、コンサル、教育コンテンツ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31920"/>
            <a:ext cx="731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転職市場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39319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「AIを業務に組み込める人材」の需要は爆発的に増加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eBayセラーがAIを使いこなせるようになったら、そのスキル自体が価値になる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2026年の今、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eBayセラーでAIを本格的に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業務に組み込んでいる人は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ほぼいない。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だから今始めれば、先行者になれる。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「あの時やっておけばよかった」ではなく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「あの時始めてよかった」にしましょう。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Campers AIコース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のご案内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「実際にやっている人が、やりながら教える」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828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カリキュラム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Code入門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インストール・CLAUDE.md・セキュリティ設定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77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eBayデータ分析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レポートの読み方・CVR/CTR/Impressionsの改善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パフォーマンス管理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商品分類・広告最適化・週次レポート自動生成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業務自動化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API・Chatwork連携・定期実行タスク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776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CS対応 × AI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バイヤー返信AI生成・返品対応・多言語対応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228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応用編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6364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収支可視化・Webアプリ開発・自分の事業への応用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提供するもの ＆ 費用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提供するもの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CLAUDE.mdテンプレート（eBayセラー用）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セットアップガイド（実際の試行錯誤から作成）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分析スクリプト・レポートテンプレート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Chatworkグループでの質問対応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定期講義 or 録画配信【要確認】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必要な費用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18288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Pro：月$20（約3,000円）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 API：無料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GitHub：無料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Google系ツール：無料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コース料金【社長が決定】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月額制 or 一括払い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金額は社長が決定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月3,000円で「自分の事業を理解している秘書＋エンジニア」が手に入る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25338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ありがとうございました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この資料自体、Claude Codeが作成しました。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実践ログ：約950行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メモリファイル：15件以上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各部門の指示書：8ファイル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蓄積してきた情報が、必要な時に必要な形で出力される。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これがClaude Codeの真価です。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eBay × AI運営 ウェビナー 2026.04.26</dc:title>
  <dc:subject>PptxGenJS Presentation</dc:subject>
  <dc:creator>下元 敬介（株式会社Reffort）</dc:creator>
  <cp:lastModifiedBy>下元 敬介（株式会社Reffort）</cp:lastModifiedBy>
  <cp:revision>1</cp:revision>
  <dcterms:created xsi:type="dcterms:W3CDTF">2026-04-13T11:55:52Z</dcterms:created>
  <dcterms:modified xsi:type="dcterms:W3CDTF">2026-04-13T11:55:52Z</dcterms:modified>
</cp:coreProperties>
</file>